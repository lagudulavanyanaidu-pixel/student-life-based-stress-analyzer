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9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</a:t>
            </a:r>
            <a:r>
              <a:rPr lang="en-US" sz="2400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The Individual Work Plan Reminder Module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692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L.Lavanya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2520090009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3</a:t>
            </a:r>
          </a:p>
          <a:p>
            <a:pPr marL="0" indent="0" algn="ctr">
              <a:buNone/>
            </a:pPr>
            <a:r>
              <a:rPr lang="en-US" sz="11200" dirty="0"/>
              <a:t>Section: 9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  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44" y="5425372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496264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Mrs.Surekha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Analyzer is a browser-based wellness monitoring system for students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analyze daily activities and measure stress levels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HTML, CSS, and JavaScript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stress score using sleep hours, study hours, screen time, and exercise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stress level as Low, Moderate, or High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suggestions to improve lifestyle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dashboard, reminders, timetable generator, and stress-relief games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data locally using browser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usually manage stress manually without analysis tools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diaries or planners cannot measure stress levels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applications focus only on meditation or task reminders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apps require internet connectivity and cloud accounts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study habits with health monitoring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academic projects that demonstrate both FWD and DSA concepts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a simple system to analyze their routine and stress patterns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Stress Analyzer designed for student wellness monitoring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enter daily routine parameters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calculates a stress score based on inputs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stress level using visual indicators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recommendations for better lifestyle balance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reminder system for study, hydration, exercise, and sleep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ideal timetable based on stress level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offline after loading in the browser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interface with login, dashboard, and analysis pages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 Layer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design with responsive layouts, animations, and themes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Layer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handles calculations, events, and user interaction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Analysis Engine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calculates stress score from user inputs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user accounts, history, and reminders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595" y="1425996"/>
            <a:ext cx="8119188" cy="383805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 system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Stress Analyzer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stress score based on daily routine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DashboardDisplays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statistics and analysis summary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History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previous stress analysis records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Reminder System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for hydration, study sessions, and sleep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Timetable Generator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balanced daily schedule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7: Stress Relief Games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mini-games for relaxation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8: Custom Routine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create personalized daily routines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browser-based stress monitoring system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 understand and manage stress levels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Front-End Web Development concepts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DSA concepts within the application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suggestions for healthier routines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 and responsive user interface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awareness about student mental wellness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29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000" b="1" dirty="0"/>
              <a:t>CO1 — HTML Structure &amp; CSS Styling</a:t>
            </a:r>
          </a:p>
          <a:p>
            <a:pPr marL="1371600" indent="-342900">
              <a:buChar char="-"/>
            </a:pPr>
            <a:r>
              <a:rPr lang="en-US" sz="1800" dirty="0"/>
              <a:t>Semantic tags (header, nav, main, section, datalist), meta tags, canvas, CSS selectors, typography, colour variables</a:t>
            </a:r>
          </a:p>
          <a:p>
            <a:pPr marL="971550" lvl="1" indent="-514350">
              <a:buFont typeface="+mj-lt"/>
              <a:buAutoNum type="arabicPeriod" startAt="2"/>
            </a:pPr>
            <a:r>
              <a:rPr lang="en-US" sz="2000" b="1" dirty="0"/>
              <a:t>CO2 — Responsive Layout &amp; Forms</a:t>
            </a:r>
          </a:p>
          <a:p>
            <a:pPr marL="1371600" indent="-342900">
              <a:buChar char="-"/>
            </a:pPr>
            <a:r>
              <a:rPr lang="en-US" sz="1800" dirty="0"/>
              <a:t>Login/Register forms with full validation, Flexbox/Grid layouts, CSS animations, media queries, ARIA attributes</a:t>
            </a:r>
          </a:p>
          <a:p>
            <a:pPr marL="971550" lvl="1" indent="-514350">
              <a:buFont typeface="+mj-lt"/>
              <a:buAutoNum type="arabicPeriod" startAt="3"/>
            </a:pPr>
            <a:r>
              <a:rPr lang="en-US" sz="2000" b="1" dirty="0"/>
              <a:t>CO3 — JavaScript Programming</a:t>
            </a:r>
          </a:p>
          <a:p>
            <a:pPr marL="1371600" indent="-342900">
              <a:buChar char="-"/>
            </a:pPr>
            <a:r>
              <a:rPr lang="en-US" sz="1800" dirty="0"/>
              <a:t>ES6 Classes (LinkedList, HashMap, Stack), arrow functions, array methods, object inheritance, loops, closures</a:t>
            </a:r>
          </a:p>
          <a:p>
            <a:pPr marL="971550" lvl="1" indent="-514350">
              <a:buFont typeface="+mj-lt"/>
              <a:buAutoNum type="arabicPeriod" startAt="4"/>
            </a:pPr>
            <a:r>
              <a:rPr lang="en-US" sz="2000" b="1" dirty="0"/>
              <a:t>CO4 — DOM Manipulation &amp; Events</a:t>
            </a:r>
          </a:p>
          <a:p>
            <a:pPr marL="1371600" indent="-342900">
              <a:buChar char="-"/>
            </a:pPr>
            <a:r>
              <a:rPr lang="en-US" sz="1800" dirty="0"/>
              <a:t>Event listeners (click, submit, input, keydown), dynamic DOM updates, modal/panel toggling, localStorage &amp; sessionStorage APIs</a:t>
            </a:r>
          </a:p>
          <a:p>
            <a:pPr marL="971550" lvl="1" indent="-514350">
              <a:buFont typeface="+mj-lt"/>
              <a:buAutoNum type="arabicPeriod" startAt="5"/>
            </a:pPr>
            <a:r>
              <a:rPr lang="en-US" sz="2000" b="1" dirty="0"/>
              <a:t>CO5 — Advanced Web Features</a:t>
            </a:r>
          </a:p>
          <a:p>
            <a:pPr marL="1371600" indent="-342900">
              <a:buChar char="-"/>
            </a:pPr>
            <a:r>
              <a:rPr lang="en-US" sz="1800" dirty="0"/>
              <a:t>Browser Notification API, Web Audio API, async setInterval, try/catch exception handling, JSON export, SEO meta tags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09" y="1602105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— Data Storage Structures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 managed efficiently using structured arrays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— Stack Concept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managing actions like history tracking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— HashMap Concept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accounts and data lookup stored using key-value structure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— Sorting Algorithms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sorting used for displaying analysis history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— Complexity Analysis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operations improve performance and scalability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8A01AC6-BAA9-5F20-B530-C19D4C55F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52" y="1690688"/>
            <a:ext cx="5430417" cy="9621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A63E85-349E-3350-29D8-7AEFC358B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52" y="4908348"/>
            <a:ext cx="5977812" cy="14480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C86DDA0-6943-AF21-7B3C-8FBEFBE4E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388" y="2652848"/>
            <a:ext cx="6008389" cy="20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3B78-D028-E0C7-2026-8F113EC1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D086-5DB8-6229-F986-638F960D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157C-F794-1A00-294C-7E0A4B79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B3E6-AA94-F88E-2A98-F00B6B58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7ADC2-D83D-697B-714C-60122E9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EF9F3-4F13-BD12-03D3-7719CEB92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1324160"/>
            <a:ext cx="4926563" cy="23908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4A94C8-C8D8-FD0F-1DF5-8B2D2628B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93" y="4117167"/>
            <a:ext cx="6102221" cy="22391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9AE7A9-826B-9F57-FE60-D54DF9E23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46" y="1994181"/>
            <a:ext cx="5375003" cy="202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6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839"/>
            <a:ext cx="9808029" cy="421309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Stress Analyzer web application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Front-End Web Development concepts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DSA concepts within application logic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stress analysis based on daily routines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interactive and responsive user interface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mobile apps and wearable devices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stress prediction and personalized recommendations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492CD8-B026-B0A5-98BB-D132E04B1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27" y="1448887"/>
            <a:ext cx="5607697" cy="49074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DCFB7D-3E7D-2CB4-E311-BECF560BD2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58" t="2102" r="10825" b="-2102"/>
          <a:stretch>
            <a:fillRect/>
          </a:stretch>
        </p:blipFill>
        <p:spPr>
          <a:xfrm>
            <a:off x="7244443" y="1211134"/>
            <a:ext cx="4566557" cy="532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3986</TotalTime>
  <Words>953</Words>
  <Application>Microsoft Office PowerPoint</Application>
  <PresentationFormat>Widescreen</PresentationFormat>
  <Paragraphs>205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Google Sans</vt:lpstr>
      <vt:lpstr>Times New Roman</vt:lpstr>
      <vt:lpstr>Office Theme</vt:lpstr>
      <vt:lpstr>Custom Design</vt:lpstr>
      <vt:lpstr>INSTRUCTIONS</vt:lpstr>
      <vt:lpstr>Title: The Individual Work Plan Reminder Module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mohanaasmitha@outlook.com</cp:lastModifiedBy>
  <cp:revision>55</cp:revision>
  <dcterms:created xsi:type="dcterms:W3CDTF">2022-05-20T10:20:31Z</dcterms:created>
  <dcterms:modified xsi:type="dcterms:W3CDTF">2026-03-10T05:38:15Z</dcterms:modified>
</cp:coreProperties>
</file>